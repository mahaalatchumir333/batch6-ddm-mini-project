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57" r:id="rId3"/>
    <p:sldId id="260" r:id="rId4"/>
    <p:sldId id="263" r:id="rId5"/>
    <p:sldId id="261" r:id="rId6"/>
    <p:sldId id="264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F7D91-4CE9-4C07-8C4A-B2DFF515DF0E}" v="428" dt="2025-10-25T04:32:38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sql" TargetMode="External"/><Relationship Id="rId2" Type="http://schemas.openxmlformats.org/officeDocument/2006/relationships/hyperlink" Target="http://www.mysql.com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7831-077D-1B4D-EB2C-B4E4538CA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2085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>
                <a:latin typeface="Comic Sans MS"/>
              </a:rPr>
              <a:t>APPLICATION FOR INVENTORY CONTROL MANAGEMENT SYSTEM USING MYSQL</a:t>
            </a:r>
            <a:r>
              <a:rPr lang="en-US" sz="5400" dirty="0">
                <a:latin typeface="Comic Sans MS"/>
              </a:rPr>
              <a:t> </a:t>
            </a:r>
          </a:p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7F967-1CC7-C7AE-1B22-BD8C8A3E2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696" y="3429760"/>
            <a:ext cx="9144000" cy="258341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latin typeface="Bookman Old Style"/>
              </a:rPr>
              <a:t>BATCH NO</a:t>
            </a:r>
            <a:r>
              <a:rPr lang="en-US"/>
              <a:t>: </a:t>
            </a:r>
            <a:r>
              <a:rPr lang="en-US">
                <a:solidFill>
                  <a:srgbClr val="FF0000"/>
                </a:solidFill>
                <a:latin typeface="Comic Sans MS"/>
                <a:cs typeface="Arial"/>
              </a:rPr>
              <a:t>6</a:t>
            </a:r>
          </a:p>
          <a:p>
            <a:r>
              <a:rPr lang="en-US">
                <a:latin typeface="Bookman Old Style"/>
              </a:rPr>
              <a:t>SDG GOAL</a:t>
            </a:r>
            <a:r>
              <a:rPr lang="en-US"/>
              <a:t>: </a:t>
            </a:r>
            <a:r>
              <a:rPr lang="en-US">
                <a:solidFill>
                  <a:srgbClr val="FF0000"/>
                </a:solidFill>
                <a:latin typeface="Comic Sans MS"/>
              </a:rPr>
              <a:t>12(RESPONSIBLE CONSUMPTION</a:t>
            </a:r>
          </a:p>
          <a:p>
            <a:r>
              <a:rPr lang="en-US">
                <a:solidFill>
                  <a:srgbClr val="FF0000"/>
                </a:solidFill>
                <a:latin typeface="Comic Sans MS"/>
              </a:rPr>
              <a:t> AND PRODUCTION)</a:t>
            </a:r>
          </a:p>
          <a:p>
            <a:r>
              <a:rPr lang="en-US">
                <a:latin typeface="Bookman Old Style"/>
              </a:rPr>
              <a:t>REGISTER NO</a:t>
            </a:r>
            <a:r>
              <a:rPr lang="en-US"/>
              <a:t>: </a:t>
            </a:r>
            <a:r>
              <a:rPr lang="en-US">
                <a:solidFill>
                  <a:srgbClr val="FF0000"/>
                </a:solidFill>
              </a:rPr>
              <a:t>814724243077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814724243078</a:t>
            </a:r>
          </a:p>
          <a:p>
            <a:r>
              <a:rPr lang="en-US" dirty="0">
                <a:solidFill>
                  <a:srgbClr val="FF0000"/>
                </a:solidFill>
              </a:rPr>
              <a:t>814724243079</a:t>
            </a:r>
          </a:p>
        </p:txBody>
      </p:sp>
    </p:spTree>
    <p:extLst>
      <p:ext uri="{BB962C8B-B14F-4D97-AF65-F5344CB8AC3E}">
        <p14:creationId xmlns:p14="http://schemas.microsoft.com/office/powerpoint/2010/main" val="1026101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8E1C9-DFF7-92A5-C58B-DA9B9072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Bookman Old Style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F7143-B21A-88CC-9FEA-C8FC54CC8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Inventory Control Management System helps businesses track: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•    Stock levels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•    Orders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•    Sales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•    Deliveries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•    Objective: Maintain optimal inventory levels and avoid overstocking or shortages.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•    Backend Database: MySQL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•    Frontend: (Optional — PHP / Python / Java / Web Interface)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16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7C193-D76B-97F9-F634-D985871F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A90B9-BC73-2938-BD3E-830127D12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243" y="679477"/>
            <a:ext cx="5603531" cy="549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Bookman Old Style"/>
                <a:ea typeface="+mn-lt"/>
                <a:cs typeface="+mn-lt"/>
              </a:rPr>
              <a:t>Overview</a:t>
            </a:r>
            <a:endParaRPr lang="en-US">
              <a:latin typeface="Bookman Old Style"/>
            </a:endParaRPr>
          </a:p>
          <a:p>
            <a:endParaRPr lang="en-US" dirty="0">
              <a:latin typeface="Bookman Old Style"/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   •    The Inventory Control Management System is designed to track and manage products, suppliers, and stock movements efficiently.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•    The system uses MySQL as the backend database to ensure data consistency, easy retrieval, and secure storage.</a:t>
            </a:r>
            <a:endParaRPr lang="en-US" dirty="0"/>
          </a:p>
          <a:p>
            <a:endParaRPr lang="en-US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80D72-D954-C5CE-9177-7961D8163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2895" y="773940"/>
            <a:ext cx="5420905" cy="53148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>
                <a:ea typeface="+mn-lt"/>
                <a:cs typeface="+mn-lt"/>
              </a:rPr>
              <a:t>  </a:t>
            </a:r>
            <a:r>
              <a:rPr lang="en-US">
                <a:latin typeface="Bookman Old Style"/>
                <a:ea typeface="+mn-lt"/>
                <a:cs typeface="+mn-lt"/>
              </a:rPr>
              <a:t>Key Features</a:t>
            </a:r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 •    </a:t>
            </a:r>
            <a:r>
              <a:rPr lang="en-US" sz="2400">
                <a:ea typeface="+mn-lt"/>
                <a:cs typeface="+mn-lt"/>
              </a:rPr>
              <a:t>Add, update, and delete product records</a:t>
            </a:r>
            <a:endParaRPr lang="en-US" sz="2400">
              <a:latin typeface="Bookman Old Style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  •    Monitor stock-in and stock-out transactions</a:t>
            </a:r>
          </a:p>
          <a:p>
            <a:pPr marL="0" indent="0">
              <a:buNone/>
            </a:pPr>
            <a:r>
              <a:rPr lang="en-US" sz="2600">
                <a:ea typeface="+mn-lt"/>
                <a:cs typeface="+mn-lt"/>
              </a:rPr>
              <a:t>•    Generate sales and purchase </a:t>
            </a:r>
            <a:r>
              <a:rPr lang="en-US" sz="2600" dirty="0">
                <a:ea typeface="+mn-lt"/>
                <a:cs typeface="+mn-lt"/>
              </a:rPr>
              <a:t>reports</a:t>
            </a:r>
            <a:endParaRPr lang="en-US"/>
          </a:p>
          <a:p>
            <a:pPr marL="0" indent="0">
              <a:buNone/>
            </a:pPr>
            <a:r>
              <a:rPr lang="en-US" sz="2600">
                <a:ea typeface="+mn-lt"/>
                <a:cs typeface="+mn-lt"/>
              </a:rPr>
              <a:t>•    Search and view product details quickly</a:t>
            </a:r>
          </a:p>
          <a:p>
            <a:pPr marL="0" indent="0">
              <a:buNone/>
            </a:pPr>
            <a:r>
              <a:rPr lang="en-US" sz="2600">
                <a:ea typeface="+mn-lt"/>
                <a:cs typeface="+mn-lt"/>
              </a:rPr>
              <a:t>•    Maintain supplier and customer details</a:t>
            </a:r>
          </a:p>
          <a:p>
            <a:endParaRPr lang="en-US" sz="2600" dirty="0">
              <a:ea typeface="+mn-lt"/>
              <a:cs typeface="+mn-l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0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5475-A898-4392-9313-9570958D6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81B8F-724D-F961-BC09-C1BA60AA6E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920" y="723559"/>
            <a:ext cx="5521665" cy="545340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3200">
                <a:latin typeface="Bookman Old Style"/>
              </a:rPr>
              <a:t>System Components</a:t>
            </a:r>
          </a:p>
          <a:p>
            <a:endParaRPr lang="en-US" sz="3200" dirty="0"/>
          </a:p>
          <a:p>
            <a:r>
              <a:rPr lang="en-US" sz="3200"/>
              <a:t>    1.    Frontend: User Interface (HTML / PHP / Python GUI)</a:t>
            </a:r>
            <a:endParaRPr lang="en-US" sz="3200" dirty="0"/>
          </a:p>
          <a:p>
            <a:endParaRPr lang="en-US" sz="3200" dirty="0"/>
          </a:p>
          <a:p>
            <a:r>
              <a:rPr lang="en-US" sz="3200"/>
              <a:t>    2.    Backend: Business Logic (PHP / Python / Java)</a:t>
            </a:r>
            <a:endParaRPr lang="en-US" sz="3200" dirty="0"/>
          </a:p>
          <a:p>
            <a:endParaRPr lang="en-US" sz="3200" dirty="0"/>
          </a:p>
          <a:p>
            <a:r>
              <a:rPr lang="en-US" sz="3200"/>
              <a:t>    3.    Database: MySQL for storing product and transaction data</a:t>
            </a:r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79AD6-059D-8479-4019-6912B5367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39953" y="710964"/>
            <a:ext cx="5313847" cy="546599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latin typeface="Bookman Old Style"/>
                <a:ea typeface="+mn-lt"/>
                <a:cs typeface="+mn-lt"/>
              </a:rPr>
              <a:t>Database Design</a:t>
            </a:r>
            <a:endParaRPr lang="en-US">
              <a:latin typeface="Bookman Old Style"/>
            </a:endParaRPr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Main Tables: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1.    Products – ProductID, Name, Category, Price, Quantity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2.    Suppliers – SupplierID, Name, Contact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3.    Customers – CustomerID, Name, Address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4.    Orders – OrderID, ProductID, Quantity, Date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5.    Transactions – TransactionID, Type (Purchase/Sale), ProductID, Quantity</a:t>
            </a:r>
            <a:endParaRPr lang="en-US"/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396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3E44-6638-409C-0844-CE9C67057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827B0-4E42-5E58-1D2D-83041A5D7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515" y="673179"/>
            <a:ext cx="5509070" cy="55037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Bookman Old Style"/>
                <a:ea typeface="+mn-lt"/>
                <a:cs typeface="+mn-lt"/>
              </a:rPr>
              <a:t>Benefits</a:t>
            </a:r>
            <a:endParaRPr lang="en-US">
              <a:latin typeface="Bookman Old Style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    •    Automates inventory operations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•    Reduces manual errors and delays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•    Provides real-time stock information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•    Simplifies report generation and analysis</a:t>
            </a:r>
            <a:endParaRPr lang="en-US"/>
          </a:p>
          <a:p>
            <a:endParaRPr lang="en-US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4574F-9766-C180-2C76-20D5ED80F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8085" y="685774"/>
            <a:ext cx="5395715" cy="54911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Bookman Old Style"/>
              </a:rPr>
              <a:t>Example Use Case</a:t>
            </a:r>
          </a:p>
          <a:p>
            <a:endParaRPr lang="en-US" dirty="0">
              <a:latin typeface="Bookman Old Style"/>
            </a:endParaRPr>
          </a:p>
          <a:p>
            <a:r>
              <a:rPr lang="en-US" sz="2400"/>
              <a:t>A retail store uses the system to:</a:t>
            </a:r>
            <a:endParaRPr lang="en-US" sz="2400" dirty="0"/>
          </a:p>
          <a:p>
            <a:r>
              <a:rPr lang="en-US" sz="2400"/>
              <a:t>    •    Record new stock arrivals</a:t>
            </a:r>
            <a:endParaRPr lang="en-US" sz="2400" dirty="0"/>
          </a:p>
          <a:p>
            <a:r>
              <a:rPr lang="en-US" sz="2400"/>
              <a:t>    •    Track daily product sales</a:t>
            </a:r>
            <a:endParaRPr lang="en-US" sz="2400" dirty="0"/>
          </a:p>
          <a:p>
            <a:r>
              <a:rPr lang="en-US" sz="2400"/>
              <a:t>    •    Get automatic alerts for low stock</a:t>
            </a:r>
            <a:endParaRPr lang="en-US" sz="2400" dirty="0"/>
          </a:p>
          <a:p>
            <a:r>
              <a:rPr lang="en-US" sz="2400"/>
              <a:t>    •    Generate monthly sales reports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8650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88BBA-E406-E745-6F65-5033E75D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83A26-FFCA-01CC-2194-8415EEF45D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182F5-350D-B705-4CDA-6D6DD7A9A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8825" y="719068"/>
            <a:ext cx="5181601" cy="54578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Bookman Old Style"/>
                <a:ea typeface="+mn-lt"/>
                <a:cs typeface="+mn-lt"/>
              </a:rPr>
              <a:t>Workflow of the System</a:t>
            </a:r>
            <a:endParaRPr lang="en-US">
              <a:latin typeface="Bookman Old Style"/>
            </a:endParaRPr>
          </a:p>
          <a:p>
            <a:endParaRPr lang="en-US" dirty="0">
              <a:latin typeface="Bookman Old Style"/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    1.    User Login (optional)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2.    Add New Product / Supplier / Customer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3.    Update Stock on Purchase or Sale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4.    View Current Inventory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5.    Generate Reports</a:t>
            </a:r>
            <a:endParaRPr lang="en-US"/>
          </a:p>
          <a:p>
            <a:endParaRPr lang="en-US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C5DF89-0239-16DB-D422-9E760CB961B8}"/>
              </a:ext>
            </a:extLst>
          </p:cNvPr>
          <p:cNvSpPr txBox="1"/>
          <p:nvPr/>
        </p:nvSpPr>
        <p:spPr>
          <a:xfrm>
            <a:off x="834888" y="579783"/>
            <a:ext cx="3684104" cy="58785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Bookman Old Style"/>
              </a:rPr>
              <a:t>Sample MySQL Queries</a:t>
            </a:r>
          </a:p>
          <a:p>
            <a:endParaRPr lang="en-US" sz="2000" dirty="0"/>
          </a:p>
          <a:p>
            <a:r>
              <a:rPr lang="en-US" sz="2000"/>
              <a:t>CREATE DATABASE inventory_db; </a:t>
            </a:r>
            <a:endParaRPr lang="en-US" sz="2800">
              <a:latin typeface="Bookman Old Style"/>
            </a:endParaRPr>
          </a:p>
          <a:p>
            <a:r>
              <a:rPr lang="en-US" sz="2000"/>
              <a:t>CREATE TABLE products ( product_id INT AUTO_INCREMENT PRIMARY KEY, product_name VARCHAR(50), category VARCHAR(50), quantity INT, price DECIMAL(10,2) ); INSERT INTO products (product_name, category, quantity, price) VALUES ('Keyboard', 'Electronics', 50, 499.00); SELECT * FROM products; </a:t>
            </a:r>
            <a:endParaRPr lang="en-US" sz="2000" dirty="0"/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3119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139EB-ECF6-C410-94B5-8CC9A1AC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2189-CEA9-B856-B121-201D52FD5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6165" y="593173"/>
            <a:ext cx="5181600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3200">
                <a:latin typeface="Bookman Old Style"/>
                <a:ea typeface="+mn-lt"/>
                <a:cs typeface="+mn-lt"/>
              </a:rPr>
              <a:t>Advantages</a:t>
            </a:r>
          </a:p>
          <a:p>
            <a:endParaRPr lang="en-US" sz="3200" dirty="0">
              <a:latin typeface="Bookman Old Style"/>
            </a:endParaRPr>
          </a:p>
          <a:p>
            <a:r>
              <a:rPr lang="en-US">
                <a:ea typeface="+mn-lt"/>
                <a:cs typeface="+mn-lt"/>
              </a:rPr>
              <a:t>    •    Centralized inventory data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•    Reduced manual work and errors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•    Easy stock monitoring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•    Efficient reporting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•    Improved decision-making</a:t>
            </a:r>
            <a:endParaRPr lang="en-US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63393-D095-B16E-4743-13CCF574B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0409" y="785330"/>
            <a:ext cx="5440017" cy="555065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latin typeface="Bookman Old Style"/>
              </a:rPr>
              <a:t>SDG 12</a:t>
            </a:r>
            <a:endParaRPr lang="en-US" dirty="0">
              <a:latin typeface="Bookman Old Style"/>
            </a:endParaRPr>
          </a:p>
          <a:p>
            <a:endParaRPr lang="en-US" dirty="0">
              <a:latin typeface="Bookman Old Style"/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   </a:t>
            </a:r>
            <a:r>
              <a:rPr lang="en-US">
                <a:ea typeface="+mn-lt"/>
                <a:cs typeface="+mn-lt"/>
              </a:rPr>
              <a:t>Goal: Ensure sustainable consumption and production patterns.</a:t>
            </a:r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Relation to Project: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•    Reduces waste through accurate stock control.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•    Promotes efficient resource use and responsible purchasing.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•    Encourages paperless, eco-friendly inventory management.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•    Supports sustainable and data-driven business operations.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451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4967-A57D-C875-505D-0BFB8F370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88B7C-2CB1-953B-351B-DAA7AC5BEA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2670" y="646182"/>
            <a:ext cx="51816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latin typeface="Bookman Old Style"/>
                <a:ea typeface="+mn-lt"/>
                <a:cs typeface="+mn-lt"/>
              </a:rPr>
              <a:t>Conclusion</a:t>
            </a:r>
            <a:endParaRPr lang="en-US">
              <a:latin typeface="Bookman Old Style"/>
            </a:endParaRPr>
          </a:p>
          <a:p>
            <a:endParaRPr lang="en-US" dirty="0">
              <a:latin typeface="Bookman Old Style"/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   •    The Inventory Control Management System provides an efficient way to manage and monitor inventory operations.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•    Using MySQL, data consistency and reliability are ensured.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    •    Scalable and adaptable for future business needs.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E1ABF-BF8F-BF26-449A-006449811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5939" y="738947"/>
            <a:ext cx="51816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latin typeface="Bookman Old Style"/>
              </a:rPr>
              <a:t>References</a:t>
            </a:r>
          </a:p>
          <a:p>
            <a:endParaRPr lang="en-US" dirty="0">
              <a:latin typeface="Bookman Old Style"/>
            </a:endParaRPr>
          </a:p>
          <a:p>
            <a:r>
              <a:rPr lang="en-US" sz="2400"/>
              <a:t>    •    </a:t>
            </a:r>
            <a:r>
              <a:rPr lang="en-US" sz="2400" dirty="0">
                <a:hlinkClick r:id="rId2"/>
              </a:rPr>
              <a:t>www.mysql.com</a:t>
            </a:r>
            <a:endParaRPr lang="en-US" sz="2400" dirty="0"/>
          </a:p>
          <a:p>
            <a:r>
              <a:rPr lang="en-US" sz="2400"/>
              <a:t>    •    </a:t>
            </a:r>
            <a:r>
              <a:rPr lang="en-US" sz="2400" dirty="0">
                <a:hlinkClick r:id="rId3"/>
              </a:rPr>
              <a:t>www.w3schools.com/sql</a:t>
            </a:r>
            <a:endParaRPr lang="en-US" sz="2400" dirty="0"/>
          </a:p>
          <a:p>
            <a:r>
              <a:rPr lang="en-US" sz="2400"/>
              <a:t>    •    TutorialsPoint – MySQL &amp; PHP</a:t>
            </a:r>
            <a:endParaRPr lang="en-US" sz="2400" dirty="0"/>
          </a:p>
          <a:p>
            <a:r>
              <a:rPr lang="en-US" sz="2400"/>
              <a:t>    •    Class notes and lab exercises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6454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APPLICATION FOR INVENTORY CONTROL MANAGEMENT SYSTEM USING MYSQL  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209</cp:revision>
  <dcterms:created xsi:type="dcterms:W3CDTF">2025-10-25T03:49:10Z</dcterms:created>
  <dcterms:modified xsi:type="dcterms:W3CDTF">2025-10-25T04:33:17Z</dcterms:modified>
</cp:coreProperties>
</file>